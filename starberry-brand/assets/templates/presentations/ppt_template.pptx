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roxima Nova"/>
      <p:regular r:id="rId7"/>
      <p:bold r:id="rId8"/>
      <p:italic r:id="rId9"/>
      <p:boldItalic r:id="rId10"/>
    </p:embeddedFont>
    <p:embeddedFont>
      <p:font typeface="Alfa Slab One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roximaNova-regular.fntdata"/><Relationship Id="rId8" Type="http://schemas.openxmlformats.org/officeDocument/2006/relationships/font" Target="fonts/ProximaNova-bold.fntdata"/><Relationship Id="rId11" Type="http://schemas.openxmlformats.org/officeDocument/2006/relationships/font" Target="fonts/AlfaSlabOne-regular.fntdata"/><Relationship Id="rId10" Type="http://schemas.openxmlformats.org/officeDocument/2006/relationships/font" Target="fonts/ProximaNova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703" r="0" t="2959"/>
          <a:stretch/>
        </p:blipFill>
        <p:spPr>
          <a:xfrm>
            <a:off x="0" y="0"/>
            <a:ext cx="2368350" cy="4991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11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rgbClr val="6262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04463"/>
              </a:buClr>
              <a:buSzPts val="5400"/>
              <a:buFont typeface="Source Sans Pro"/>
              <a:buNone/>
              <a:defRPr b="1" sz="5400"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1C2D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17925" y="2490400"/>
            <a:ext cx="6922800" cy="24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EBDC"/>
              </a:buClr>
              <a:buSzPts val="4800"/>
              <a:buNone/>
              <a:defRPr sz="4800">
                <a:solidFill>
                  <a:srgbClr val="FFEBDC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62026" r="0" t="3790"/>
          <a:stretch/>
        </p:blipFill>
        <p:spPr>
          <a:xfrm flipH="1">
            <a:off x="6885725" y="0"/>
            <a:ext cx="2258275" cy="46346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5378150" y="78825"/>
            <a:ext cx="2258275" cy="4788500"/>
          </a:xfrm>
          <a:prstGeom prst="flowChartProcess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2959" l="289" r="0" t="0"/>
          <a:stretch/>
        </p:blipFill>
        <p:spPr>
          <a:xfrm>
            <a:off x="-6564" y="171450"/>
            <a:ext cx="9170325" cy="499109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464100" y="368825"/>
            <a:ext cx="77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64100" y="1076275"/>
            <a:ext cx="836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304463"/>
              </a:buClr>
              <a:buSzPts val="1800"/>
              <a:buFont typeface="Source Sans Pro"/>
              <a:buChar char="●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○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■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●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○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■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●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○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304463"/>
              </a:buClr>
              <a:buSzPts val="1400"/>
              <a:buFont typeface="Source Sans Pro"/>
              <a:buChar char="■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64100" y="368825"/>
            <a:ext cx="77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64100" y="1076275"/>
            <a:ext cx="836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304463"/>
              </a:buClr>
              <a:buSzPts val="1800"/>
              <a:buFont typeface="Source Sans Pro"/>
              <a:buChar char="●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○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■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●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○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■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●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304463"/>
              </a:buClr>
              <a:buSzPts val="1400"/>
              <a:buFont typeface="Source Sans Pro"/>
              <a:buChar char="○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304463"/>
              </a:buClr>
              <a:buSzPts val="1400"/>
              <a:buFont typeface="Source Sans Pro"/>
              <a:buChar char="■"/>
              <a:defRPr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07025" y="0"/>
            <a:ext cx="1036975" cy="98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TITLE_AND_BODY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717600" y="2285400"/>
            <a:ext cx="77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07025" y="0"/>
            <a:ext cx="1036975" cy="9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/>
          <p:nvPr/>
        </p:nvSpPr>
        <p:spPr>
          <a:xfrm>
            <a:off x="7973700" y="0"/>
            <a:ext cx="1170300" cy="1340100"/>
          </a:xfrm>
          <a:prstGeom prst="rect">
            <a:avLst/>
          </a:prstGeom>
          <a:solidFill>
            <a:srgbClr val="FFFFFF">
              <a:alpha val="821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_1_1">
    <p:bg>
      <p:bgPr>
        <a:solidFill>
          <a:schemeClr val="accent6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717600" y="2285400"/>
            <a:ext cx="77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" name="Google Shape;3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07025" y="0"/>
            <a:ext cx="1036975" cy="9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/>
          <p:nvPr/>
        </p:nvSpPr>
        <p:spPr>
          <a:xfrm>
            <a:off x="7973700" y="0"/>
            <a:ext cx="1170300" cy="1340100"/>
          </a:xfrm>
          <a:prstGeom prst="rect">
            <a:avLst/>
          </a:prstGeom>
          <a:solidFill>
            <a:srgbClr val="FFA21F">
              <a:alpha val="698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3">
  <p:cSld name="TITLE_AND_BODY_1_1_2">
    <p:bg>
      <p:bgPr>
        <a:solidFill>
          <a:schemeClr val="accent5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717600" y="2285400"/>
            <a:ext cx="77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EBDC"/>
              </a:buClr>
              <a:buSzPts val="3000"/>
              <a:buNone/>
              <a:defRPr>
                <a:solidFill>
                  <a:srgbClr val="FFEBD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" name="Google Shape;4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07025" y="0"/>
            <a:ext cx="1036975" cy="9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/>
          <p:nvPr/>
        </p:nvSpPr>
        <p:spPr>
          <a:xfrm>
            <a:off x="7973700" y="0"/>
            <a:ext cx="1170300" cy="1340100"/>
          </a:xfrm>
          <a:prstGeom prst="rect">
            <a:avLst/>
          </a:prstGeom>
          <a:solidFill>
            <a:srgbClr val="7595D1">
              <a:alpha val="692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4">
  <p:cSld name="TITLE_AND_BODY_1_1_3">
    <p:bg>
      <p:bgPr>
        <a:solidFill>
          <a:schemeClr val="accent4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717600" y="2285400"/>
            <a:ext cx="77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EBDC"/>
              </a:buClr>
              <a:buSzPts val="3000"/>
              <a:buNone/>
              <a:defRPr>
                <a:solidFill>
                  <a:srgbClr val="FFEBD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" name="Google Shape;4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07025" y="0"/>
            <a:ext cx="1036975" cy="9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/>
          <p:nvPr/>
        </p:nvSpPr>
        <p:spPr>
          <a:xfrm>
            <a:off x="7973700" y="0"/>
            <a:ext cx="1170300" cy="1340100"/>
          </a:xfrm>
          <a:prstGeom prst="rect">
            <a:avLst/>
          </a:prstGeom>
          <a:solidFill>
            <a:srgbClr val="EE4266">
              <a:alpha val="631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4 1">
  <p:cSld name="TITLE_AND_BODY_1_1_3_1">
    <p:bg>
      <p:bgPr>
        <a:solidFill>
          <a:srgbClr val="79AC5D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717600" y="2285400"/>
            <a:ext cx="77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EBDC"/>
              </a:buClr>
              <a:buSzPts val="3000"/>
              <a:buNone/>
              <a:defRPr>
                <a:solidFill>
                  <a:srgbClr val="FFEBD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" name="Google Shape;5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07025" y="0"/>
            <a:ext cx="1036975" cy="9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/>
          <p:nvPr/>
        </p:nvSpPr>
        <p:spPr>
          <a:xfrm>
            <a:off x="7973700" y="0"/>
            <a:ext cx="1170300" cy="1340100"/>
          </a:xfrm>
          <a:prstGeom prst="rect">
            <a:avLst/>
          </a:prstGeom>
          <a:solidFill>
            <a:srgbClr val="79AC5D">
              <a:alpha val="67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MAIN_POINT">
    <p:bg>
      <p:bgPr>
        <a:solidFill>
          <a:srgbClr val="FFEBD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2">
            <a:alphaModFix/>
          </a:blip>
          <a:srcRect b="0" l="62026" r="0" t="3790"/>
          <a:stretch/>
        </p:blipFill>
        <p:spPr>
          <a:xfrm flipH="1">
            <a:off x="6885725" y="0"/>
            <a:ext cx="2258275" cy="46346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/>
          <p:nvPr/>
        </p:nvSpPr>
        <p:spPr>
          <a:xfrm>
            <a:off x="6885725" y="0"/>
            <a:ext cx="2258275" cy="4788500"/>
          </a:xfrm>
          <a:prstGeom prst="flowChartProcess">
            <a:avLst/>
          </a:prstGeom>
          <a:solidFill>
            <a:srgbClr val="FFEBDC">
              <a:alpha val="586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MAIN_POINT_1">
    <p:bg>
      <p:bgPr>
        <a:solidFill>
          <a:srgbClr val="1C2D4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EBDC"/>
              </a:buClr>
              <a:buSzPts val="4800"/>
              <a:buNone/>
              <a:defRPr sz="4800">
                <a:solidFill>
                  <a:srgbClr val="FFEBD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 b="0" l="62026" r="0" t="3790"/>
          <a:stretch/>
        </p:blipFill>
        <p:spPr>
          <a:xfrm flipH="1">
            <a:off x="6885725" y="0"/>
            <a:ext cx="2258275" cy="46346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6885725" y="0"/>
            <a:ext cx="2258275" cy="4788500"/>
          </a:xfrm>
          <a:prstGeom prst="flowChartProcess">
            <a:avLst/>
          </a:prstGeom>
          <a:solidFill>
            <a:srgbClr val="1C2D42">
              <a:alpha val="91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MAIN_POINT_1_1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 rotWithShape="1">
          <a:blip r:embed="rId2">
            <a:alphaModFix/>
          </a:blip>
          <a:srcRect b="0" l="62703" r="0" t="2959"/>
          <a:stretch/>
        </p:blipFill>
        <p:spPr>
          <a:xfrm flipH="1">
            <a:off x="6775650" y="0"/>
            <a:ext cx="2368350" cy="49910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4800"/>
              <a:buNone/>
              <a:defRPr sz="4800">
                <a:solidFill>
                  <a:srgbClr val="1C2D4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4800"/>
              <a:buNone/>
              <a:defRPr sz="4800">
                <a:solidFill>
                  <a:srgbClr val="1C2D4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4800"/>
              <a:buNone/>
              <a:defRPr sz="4800">
                <a:solidFill>
                  <a:srgbClr val="1C2D4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4800"/>
              <a:buNone/>
              <a:defRPr sz="4800">
                <a:solidFill>
                  <a:srgbClr val="1C2D4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4800"/>
              <a:buNone/>
              <a:defRPr sz="4800">
                <a:solidFill>
                  <a:srgbClr val="1C2D4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4800"/>
              <a:buNone/>
              <a:defRPr sz="4800">
                <a:solidFill>
                  <a:srgbClr val="1C2D4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4800"/>
              <a:buNone/>
              <a:defRPr sz="4800">
                <a:solidFill>
                  <a:srgbClr val="1C2D4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4800"/>
              <a:buNone/>
              <a:defRPr sz="4800">
                <a:solidFill>
                  <a:srgbClr val="1C2D4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4800"/>
              <a:buNone/>
              <a:defRPr sz="4800">
                <a:solidFill>
                  <a:srgbClr val="1C2D42"/>
                </a:solidFill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6720050" y="0"/>
            <a:ext cx="2423950" cy="5143500"/>
          </a:xfrm>
          <a:prstGeom prst="flowChartProcess">
            <a:avLst/>
          </a:prstGeom>
          <a:solidFill>
            <a:srgbClr val="FFFFFF">
              <a:alpha val="821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- Blue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1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7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- Blue Alternate">
  <p:cSld name="SECTION_TITLE_AND_DESCRIPTION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8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8"/>
          <p:cNvSpPr txBox="1"/>
          <p:nvPr>
            <p:ph type="title"/>
          </p:nvPr>
        </p:nvSpPr>
        <p:spPr>
          <a:xfrm>
            <a:off x="4788225" y="1335324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93" name="Google Shape;93;p18"/>
          <p:cNvSpPr txBox="1"/>
          <p:nvPr>
            <p:ph idx="1" type="subTitle"/>
          </p:nvPr>
        </p:nvSpPr>
        <p:spPr>
          <a:xfrm>
            <a:off x="4788225" y="2940850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" name="Google Shape;94;p18"/>
          <p:cNvSpPr txBox="1"/>
          <p:nvPr>
            <p:ph idx="2" type="body"/>
          </p:nvPr>
        </p:nvSpPr>
        <p:spPr>
          <a:xfrm>
            <a:off x="367500" y="7241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6" name="Google Shape;96;p18"/>
          <p:cNvCxnSpPr/>
          <p:nvPr/>
        </p:nvCxnSpPr>
        <p:spPr>
          <a:xfrm>
            <a:off x="367500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- Orange">
  <p:cSld name="SECTION_TITLE_AND_DESCRIPTION_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" name="Google Shape;99;p1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01" name="Google Shape;101;p1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- Orange Alternate">
  <p:cSld name="SECTION_TITLE_AND_DESCRIPTION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2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20"/>
          <p:cNvSpPr txBox="1"/>
          <p:nvPr>
            <p:ph type="title"/>
          </p:nvPr>
        </p:nvSpPr>
        <p:spPr>
          <a:xfrm>
            <a:off x="4788225" y="1335324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4788225" y="2940850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" name="Google Shape;109;p20"/>
          <p:cNvSpPr txBox="1"/>
          <p:nvPr>
            <p:ph idx="2" type="body"/>
          </p:nvPr>
        </p:nvSpPr>
        <p:spPr>
          <a:xfrm>
            <a:off x="367500" y="7241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1" name="Google Shape;111;p20"/>
          <p:cNvCxnSpPr/>
          <p:nvPr/>
        </p:nvCxnSpPr>
        <p:spPr>
          <a:xfrm>
            <a:off x="367500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- Grey">
  <p:cSld name="SECTION_TITLE_AND_DESCRIPTION_2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rgbClr val="1C2D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1800"/>
              <a:buChar char="●"/>
              <a:defRPr>
                <a:solidFill>
                  <a:srgbClr val="1C2D42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- Grey Alternate">
  <p:cSld name="SECTION_TITLE_AND_DESCRIPTION_1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" name="Google Shape;121;p2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22"/>
          <p:cNvSpPr txBox="1"/>
          <p:nvPr>
            <p:ph type="title"/>
          </p:nvPr>
        </p:nvSpPr>
        <p:spPr>
          <a:xfrm>
            <a:off x="4788225" y="1335324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23" name="Google Shape;123;p22"/>
          <p:cNvSpPr txBox="1"/>
          <p:nvPr>
            <p:ph idx="1" type="subTitle"/>
          </p:nvPr>
        </p:nvSpPr>
        <p:spPr>
          <a:xfrm>
            <a:off x="4788225" y="2940850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" name="Google Shape;124;p22"/>
          <p:cNvSpPr txBox="1"/>
          <p:nvPr>
            <p:ph idx="2" type="body"/>
          </p:nvPr>
        </p:nvSpPr>
        <p:spPr>
          <a:xfrm>
            <a:off x="367500" y="7241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1800"/>
              <a:buChar char="●"/>
              <a:defRPr>
                <a:solidFill>
                  <a:srgbClr val="1C2D42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6" name="Google Shape;126;p22"/>
          <p:cNvCxnSpPr/>
          <p:nvPr/>
        </p:nvCxnSpPr>
        <p:spPr>
          <a:xfrm>
            <a:off x="367500" y="4419200"/>
            <a:ext cx="468300" cy="0"/>
          </a:xfrm>
          <a:prstGeom prst="straightConnector1">
            <a:avLst/>
          </a:prstGeom>
          <a:noFill/>
          <a:ln cap="flat" cmpd="sng" w="19050">
            <a:solidFill>
              <a:srgbClr val="1C2D4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- Light Orange">
  <p:cSld name="SECTION_TITLE_AND_DESCRIPTION_2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2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rgbClr val="1C2D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23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31" name="Google Shape;131;p23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" name="Google Shape;132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1800"/>
              <a:buChar char="●"/>
              <a:defRPr>
                <a:solidFill>
                  <a:srgbClr val="1C2D42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- Light Orange Alternate">
  <p:cSld name="SECTION_TITLE_AND_DESCRIPTION_1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2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24"/>
          <p:cNvSpPr txBox="1"/>
          <p:nvPr>
            <p:ph type="title"/>
          </p:nvPr>
        </p:nvSpPr>
        <p:spPr>
          <a:xfrm>
            <a:off x="4788225" y="1335324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38" name="Google Shape;138;p24"/>
          <p:cNvSpPr txBox="1"/>
          <p:nvPr>
            <p:ph idx="1" type="subTitle"/>
          </p:nvPr>
        </p:nvSpPr>
        <p:spPr>
          <a:xfrm>
            <a:off x="4788225" y="2940850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367500" y="7241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1800"/>
              <a:buChar char="●"/>
              <a:defRPr>
                <a:solidFill>
                  <a:srgbClr val="1C2D42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9pPr>
          </a:lstStyle>
          <a:p/>
        </p:txBody>
      </p:sp>
      <p:sp>
        <p:nvSpPr>
          <p:cNvPr id="140" name="Google Shape;1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1" name="Google Shape;141;p24"/>
          <p:cNvCxnSpPr/>
          <p:nvPr/>
        </p:nvCxnSpPr>
        <p:spPr>
          <a:xfrm>
            <a:off x="367500" y="4419200"/>
            <a:ext cx="468300" cy="0"/>
          </a:xfrm>
          <a:prstGeom prst="straightConnector1">
            <a:avLst/>
          </a:prstGeom>
          <a:noFill/>
          <a:ln cap="flat" cmpd="sng" w="19050">
            <a:solidFill>
              <a:srgbClr val="1C2D4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- Light Orange 1">
  <p:cSld name="SECTION_TITLE_AND_DESCRIPTION_2_1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" name="Google Shape;144;p2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rgbClr val="1C2D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25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46" name="Google Shape;146;p25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7" name="Google Shape;147;p2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1800"/>
              <a:buChar char="●"/>
              <a:defRPr>
                <a:solidFill>
                  <a:srgbClr val="1C2D42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- Light Orange Alternate 1">
  <p:cSld name="SECTION_TITLE_AND_DESCRIPTION_1_1_1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2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26"/>
          <p:cNvSpPr txBox="1"/>
          <p:nvPr>
            <p:ph type="title"/>
          </p:nvPr>
        </p:nvSpPr>
        <p:spPr>
          <a:xfrm>
            <a:off x="4788225" y="1335324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53" name="Google Shape;153;p26"/>
          <p:cNvSpPr txBox="1"/>
          <p:nvPr>
            <p:ph idx="1" type="subTitle"/>
          </p:nvPr>
        </p:nvSpPr>
        <p:spPr>
          <a:xfrm>
            <a:off x="4788225" y="2940850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367500" y="7241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1C2D42"/>
              </a:buClr>
              <a:buSzPts val="1800"/>
              <a:buChar char="●"/>
              <a:defRPr>
                <a:solidFill>
                  <a:srgbClr val="1C2D42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●"/>
              <a:defRPr>
                <a:solidFill>
                  <a:srgbClr val="1C2D42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1C2D42"/>
              </a:buClr>
              <a:buSzPts val="1400"/>
              <a:buChar char="○"/>
              <a:defRPr>
                <a:solidFill>
                  <a:srgbClr val="1C2D42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1C2D42"/>
              </a:buClr>
              <a:buSzPts val="1400"/>
              <a:buChar char="■"/>
              <a:defRPr>
                <a:solidFill>
                  <a:srgbClr val="1C2D42"/>
                </a:solidFill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6" name="Google Shape;156;p26"/>
          <p:cNvCxnSpPr/>
          <p:nvPr/>
        </p:nvCxnSpPr>
        <p:spPr>
          <a:xfrm>
            <a:off x="367500" y="4419200"/>
            <a:ext cx="468300" cy="0"/>
          </a:xfrm>
          <a:prstGeom prst="straightConnector1">
            <a:avLst/>
          </a:prstGeom>
          <a:noFill/>
          <a:ln cap="flat" cmpd="sng" w="19050">
            <a:solidFill>
              <a:srgbClr val="1C2D4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463"/>
              </a:buClr>
              <a:buSzPts val="1800"/>
              <a:buFont typeface="Source Sans Pro"/>
              <a:buNone/>
              <a:defRPr b="1"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/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93900" y="4019825"/>
            <a:ext cx="1050100" cy="112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No Logo">
  <p:cSld name="CAPTION_ONLY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4463"/>
              </a:buClr>
              <a:buSzPts val="1800"/>
              <a:buFont typeface="Source Sans Pro"/>
              <a:buNone/>
              <a:defRPr b="1"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/>
        </p:txBody>
      </p:sp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62628C"/>
              </a:buClr>
              <a:buSzPts val="11000"/>
              <a:buNone/>
              <a:defRPr sz="11000">
                <a:solidFill>
                  <a:srgbClr val="62628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2">
  <p:cSld name="SECTION_HEADER_2">
    <p:bg>
      <p:bgPr>
        <a:solidFill>
          <a:srgbClr val="1C2D4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1503400" y="2480550"/>
            <a:ext cx="69228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EBDC"/>
              </a:buClr>
              <a:buSzPts val="6800"/>
              <a:buNone/>
              <a:defRPr sz="6800">
                <a:solidFill>
                  <a:srgbClr val="FFEBD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31"/>
          <p:cNvPicPr preferRelativeResize="0"/>
          <p:nvPr/>
        </p:nvPicPr>
        <p:blipFill rotWithShape="1">
          <a:blip r:embed="rId2">
            <a:alphaModFix/>
          </a:blip>
          <a:srcRect b="0" l="62026" r="0" t="3790"/>
          <a:stretch/>
        </p:blipFill>
        <p:spPr>
          <a:xfrm>
            <a:off x="0" y="0"/>
            <a:ext cx="2258275" cy="463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3">
  <p:cSld name="SECTION_HEADER_3">
    <p:bg>
      <p:bgPr>
        <a:solidFill>
          <a:srgbClr val="1C2D4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1503400" y="2480550"/>
            <a:ext cx="69228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EBDC"/>
              </a:buClr>
              <a:buSzPts val="6800"/>
              <a:buNone/>
              <a:defRPr sz="6800">
                <a:solidFill>
                  <a:srgbClr val="FFEBD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7" name="Google Shape;177;p32"/>
          <p:cNvPicPr preferRelativeResize="0"/>
          <p:nvPr/>
        </p:nvPicPr>
        <p:blipFill rotWithShape="1">
          <a:blip r:embed="rId2">
            <a:alphaModFix/>
          </a:blip>
          <a:srcRect b="0" l="62026" r="0" t="3790"/>
          <a:stretch/>
        </p:blipFill>
        <p:spPr>
          <a:xfrm>
            <a:off x="0" y="0"/>
            <a:ext cx="2258275" cy="463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04463"/>
              </a:buClr>
              <a:buSzPts val="3000"/>
              <a:buFont typeface="Source Sans Pro"/>
              <a:buNone/>
              <a:defRPr b="1" sz="3000">
                <a:solidFill>
                  <a:srgbClr val="30446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arBerr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79AC5D"/>
      </a:accent3>
      <a:accent4>
        <a:srgbClr val="EE4266"/>
      </a:accent4>
      <a:accent5>
        <a:srgbClr val="7595D1"/>
      </a:accent5>
      <a:accent6>
        <a:srgbClr val="FFA21F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